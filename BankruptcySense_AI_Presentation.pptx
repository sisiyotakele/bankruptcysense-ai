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 (Class 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SMOTE</c:v>
                  </c:pt>
                  <c:pt idx="1">
                    <c:v>After SMOTE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4400</c:v>
                </c:pt>
                <c:pt idx="1">
                  <c:v>4400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Bankrupt (Class 1)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SMOTE</c:v>
                  </c:pt>
                  <c:pt idx="1">
                    <c:v>After SMOTE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328</c:v>
                </c:pt>
                <c:pt idx="1">
                  <c:v>4400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Attr27</c:v>
                  </c:pt>
                  <c:pt idx="1">
                    <c:v>Attr41</c:v>
                  </c:pt>
                  <c:pt idx="2">
                    <c:v>Attr21</c:v>
                  </c:pt>
                  <c:pt idx="3">
                    <c:v>Attr35</c:v>
                  </c:pt>
                  <c:pt idx="4">
                    <c:v>Attr39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6</c:v>
                </c:pt>
                <c:pt idx="2">
                  <c:v>7.2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name, the problem it solves, and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fundamental challenge: severe class imbalance means naive models look good on paper but fail completely at the actual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pipeline step in order. Emphasize that the test set is never touched until final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class imbalance is the central challenge. Explain the SMOTE technique and why it's applied to training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features all tell a coherent story: can the company generate profit from its assets, and can it service its debt? These are classic insolvency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OOF threshold tuning — it lets us find the right cutoff using held-out fold predictions that reflect the real class distribution, not the synthetic 50/50 SMOTE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test-set results. Emphasize that ROC-AUC of 0.912 is the main success metric. Explain why F1 below target isn't a failure — it's a mathematical constraint of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three layers connect. Frontend on Vercel calls the Flask API on Render, which loads the pre-trained .pkl files at startup and runs inference in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rationale behind each major decision. These show the team understood not just how to build the pipeline, but why each choice was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achievements. Mention future directions: SHAP explainability, temporal datasets, and locally calibrated models would be the next natural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Science and Technology University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Electrical Engineering &amp; Computing  |  Department of Software Engineering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BankruptcySense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Prediction System for Small Businesses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8211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SMOTE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18211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0" y="3410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Bankruptcy (UCI)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18211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0" y="3410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Sisiyo T. · Solan A. · Yodit G. · Yeabsera Y. · Tsegaye B. · Ruth A. · Salim A.   |   AY 2024/2025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predicting bankruptcy is hard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bankrupt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Dataset, 5,910 companies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13:1 Class Imbalance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safe vs 410 bankrupt companies. A naive model saying "always safe" achieves 93% accuracy — while missing every real failure.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0116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Misleading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hides the problem. Recall on the bankrupt class is the only metric that measures what truly matters.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92608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9260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Costs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bankrupt company = full investment loss. False alarm = wasted due diligence. These errors are not equal.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BankruptcySense AI — End-to-End ML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2304288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Attr37 (&gt;40% missing), median imputation, outlier clipping at 1st–99th percentile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92224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3B82F6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93392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304288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oversampling: 328 → 4,400 bankrupt samples. Training only — test set untouched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11296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12464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8B5CF6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712464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12464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76472" y="2304288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ranking. Top 30 of 63 features kept — covers 85% of total importance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30368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31536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59E0B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31536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31536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95544" y="2304288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RandomizedSearchCV, 30 iterations, 5-fold StratifiedKFold, optimising recall. Best CV recall: 0.979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4944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50608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EC4899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0608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Threshold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14616" y="2304288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threshold tuning on real class distribution. Optimal threshold: 0.29 (not the default 0.5)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Test set sealed before ALL preprocessing steps to prevent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CLASS IMBALANCE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Bankruptcy Dataset (UCI)  |  5year.arff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Companies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581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 SMOTE Resampling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468880"/>
          <a:ext cx="4389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937760" y="214884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7492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 Decisions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74920" y="277063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275234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13248" y="2743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Attr37 dropped — &gt;40% values missing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74920" y="333756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5074920" y="331927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13248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all other columns (robust to outliers)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74920" y="390448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38862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13248" y="3877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clipping at 1st/99th percentile — contains extreme ratios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74920" y="4471416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8"/>
          <p:cNvSpPr/>
          <p:nvPr/>
        </p:nvSpPr>
        <p:spPr>
          <a:xfrm>
            <a:off x="5074920" y="44531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13248" y="4443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training only — prevents synthetic test leakage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&amp;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of 64 features  ·  85% of total importance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Most Important Features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Features Reveal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1417320"/>
            <a:ext cx="32918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1453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Attr39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27648" y="1453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profitability efficiency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23560" y="17099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on operating activities / Total assets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32120" y="2075688"/>
            <a:ext cx="32918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1122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Attr35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27648" y="21122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serviceability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23560" y="23682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 / (Op. profit + Depreciation)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532120" y="2734056"/>
            <a:ext cx="32918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27706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Attr21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27648" y="2770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profitability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23560" y="30266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 Sales — net margin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32120" y="3392424"/>
            <a:ext cx="32918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23560" y="34290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Attr41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27648" y="3429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health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23560" y="36850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 / (Net profit + Depreciation)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32120" y="4050792"/>
            <a:ext cx="32918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23560" y="4087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Attr27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27648" y="40873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23560" y="43434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/ Financial expenses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THRESHOLD TUNING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+ OOF Threshold Calibration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F233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Hyperparameters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0" y="1874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221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(unlimited)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25694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916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169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32644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6118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959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959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3068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43068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28016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0F2336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389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0.29 Instead of 0.50?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7% base rate, a probability of 0.3 is already a meaningful signal.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 threshold would silently miss too many bankruptcies.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tuning finds the threshold on real (not synthetic) data.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9260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F2336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035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Precision–Recall Trade-off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337560"/>
          <a:ext cx="4023360" cy="13716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86868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0.16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0.90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0.20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0.85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0.27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</a:rPr>
                        <a:t>0.29 ← selected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</a:rPr>
                        <a:t>0.79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</a:rPr>
                        <a:t>0.46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0.67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0.52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0.50 (default)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0.49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0.53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0.51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1,182 companies  ·  Never seen during training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22C55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(bankrupt)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1965960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947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965960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47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1965960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947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71800"/>
          <a:ext cx="438912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Safe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Bankrupt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Safe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965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True 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</a:rPr>
                        <a:t>135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</a:rPr>
                        <a:t>False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Bankrupt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17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False 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65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True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937760" y="26060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74920" y="27249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74920" y="318211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5349240" y="31272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of 82 bankrupt companies correctly identified (79.3% recall)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74920" y="371246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29"/>
          <p:cNvSpPr/>
          <p:nvPr/>
        </p:nvSpPr>
        <p:spPr>
          <a:xfrm>
            <a:off x="5349240" y="3657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 bankruptcies missed — the most costly error type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74920" y="42428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5349240" y="41879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 ROC-AUC: correctly ranks bankrupt above safe 91.2% of the time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074920" y="477316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5349240" y="471830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&lt; 0.72 is a dataset arithmetic limit, not a modelling failure — published research shows 0.40–0.65 range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2468880" cy="594360"/>
          </a:xfrm>
          <a:prstGeom prst="roundRect">
            <a:avLst>
              <a:gd name="adj" fmla="val 10769"/>
            </a:avLst>
          </a:prstGeom>
          <a:solidFill>
            <a:srgbClr val="3B82F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298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 + Tailwind CSS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PredictionForm + ResultCard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54203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877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Risk Gauge (SVG)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09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Upload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78561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313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Table + DashboardStats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7180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⟶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46120" y="1188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80160"/>
            <a:ext cx="2468880" cy="594360"/>
          </a:xfrm>
          <a:prstGeom prst="roundRect">
            <a:avLst>
              <a:gd name="adj" fmla="val 10769"/>
            </a:avLst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298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609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920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1965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54203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5877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/predict/batch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16382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209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/features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78561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9488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8313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/history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⟶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172200" y="1188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1280160"/>
            <a:ext cx="2468880" cy="594360"/>
          </a:xfrm>
          <a:prstGeom prst="roundRect">
            <a:avLst>
              <a:gd name="adj" fmla="val 10769"/>
            </a:avLst>
          </a:prstGeom>
          <a:solidFill>
            <a:srgbClr val="8B5CF6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Artifacts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1298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16093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.pkl files (~13 MB total)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920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8B5CF6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1965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rf_model.pkl (200 trees)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254203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8B5CF6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25877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 (63-feature)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16382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8B5CF6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3209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features.pkl (top 30)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378561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8B5CF6">
              <a:alpha val="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8313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clip_bounds.pkl + threshold.pkl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latency: 5–20 ms per request  ·  All 5 model artifacts loaded at Flask startup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trade-offs that shaped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over Deep Learning?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~5,900 rows is too small for neural networks. Tree-based methods consistently outperform DL on small tabular datasets (Grinsztajn et al., 2022). RF is also interpretable, fast, and naturally robust to outliers.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SMOTE + class_weight together?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27632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adds synthetic minority samples at data level; class_weight corrects loss at training level. Neither alone is sufficient for 13:1 imbalance — both provide robust coverage.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30 features, not 20?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627632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21–30 contribute 2–4% importance each. Keeping 30 retains 85% of total feature importance vs 75% for 20. Marginal inference cost is negligible; recall improvement is measurable.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OOF threshold, not training-set threshold?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735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Training-set threshold is overconfident — model has memorised that data. OOF probabilities come from held-out folds (real class distribution), so the 0.29 threshold actually generalises.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optimise recall over F1 or accuracy?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2735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cost: missing a bankruptcy = full investment loss. An analyst's time spent on a false alarm is recoverable. The pipeline deliberately accepts more false alarms to catch more real failures.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What We Learned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0.912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379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ranks bankrupt companies above safe ones 91.2% of the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41732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79.3%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8379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65 of 82 real bankruptcies in the test set; only 17 missed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51460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+ frontend with &lt;20ms inference, batch prediction, and history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F233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51460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4924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 Leakage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9352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pipeline order: test set sealed before all preprocessing steps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67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74904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temporal dataset  ·  XGBoost ensemble comparison  ·  Explainability (SHAP values)  ·  Local Ethiopian business financial data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github.com/sisiyotakele/BankruptcySense-AI   ·   bankruptcy-sense-ai.vercel.app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BankruptcySense AI</dc:title>
  <dc:subject>PptxGenJS Presentation</dc:subject>
  <dc:creator>AASTU - School of Electrical Engineering and Computing</dc:creator>
  <cp:lastModifiedBy>AASTU - School of Electrical Engineering and Computing</cp:lastModifiedBy>
  <cp:revision>1</cp:revision>
  <dcterms:created xsi:type="dcterms:W3CDTF">2026-06-22T09:28:08Z</dcterms:created>
  <dcterms:modified xsi:type="dcterms:W3CDTF">2026-06-22T09:28:08Z</dcterms:modified>
</cp:coreProperties>
</file>